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sign 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free account in minutes — UK e-signatures with audit trail included.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1920×1080 screenshots  ·  United Kingdom  ·  No credit card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527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civicsign.com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1965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01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 free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414016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865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work email &amp; password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980944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535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352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free account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54787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204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502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(one-time code)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873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your dashboard — ready to send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0" y="109728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includes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 per billing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signers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Word support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CivicSign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civicsign.com (or your team's CivicSign URL). The homepage shows pricing, features and how UK eIDAS signatures work.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the site for your team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 and mobile browsers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1-landing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 free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Start free in the header or hero section. You'll land on the registration page — no payment details needed for the Free plan.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an account? Use Sign in instead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1-landing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registration 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Create your account screen asks for your full name, work email and a strong password. Review what's included on the Free plan before you continue.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· No card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 per billing period on Free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2-register-emp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details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name and work email. Create a password with at least 8 characters, one capital letter, one number and one special character — the strength meter guides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work email your team recognises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reuse passwords from other sites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3-register-fill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CivicSign sends a one-time 6-digit code to your inbox. Enter it on the verification screen to activate your account. This step keeps your account secure.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spam if the code doesn't arrive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Resend code if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4-verify-em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your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verification you're taken to your dashboard. From here you can start a new envelope, track documents and see your monthly quota.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Envelope to send your first document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Pro anytime from Settings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411480"/>
            <a:ext cx="4480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Users/kiara2903/Desktop/civicsign1.3-2026-07-04 2 copy/signup-presentation/assets/screenshots/05-dashboard-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98848" y="475488"/>
            <a:ext cx="435254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send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at civicsign.com — no credit card required.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New Envelope → Upload → Prepare → Send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Sign Up for CivicSign</dc:title>
  <dc:subject>Sign-up walkthrough</dc:subject>
  <dc:creator>CivicSign</dc:creator>
  <cp:lastModifiedBy>CivicSign</cp:lastModifiedBy>
  <cp:revision>1</cp:revision>
  <dcterms:created xsi:type="dcterms:W3CDTF">2026-07-07T06:18:51Z</dcterms:created>
  <dcterms:modified xsi:type="dcterms:W3CDTF">2026-07-07T06:18:51Z</dcterms:modified>
</cp:coreProperties>
</file>